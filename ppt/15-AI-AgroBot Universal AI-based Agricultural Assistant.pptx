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5D8CABD6-5641-4AA5-BA2F-0AC0DE394416}" type="datetimeFigureOut">
              <a:rPr lang="en-IN" smtClean="0"/>
              <a:t>22-09-2025</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18641527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8CABD6-5641-4AA5-BA2F-0AC0DE39441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1353666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CABD6-5641-4AA5-BA2F-0AC0DE39441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4014576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8CABD6-5641-4AA5-BA2F-0AC0DE394416}"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2432712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8CABD6-5641-4AA5-BA2F-0AC0DE394416}" type="datetimeFigureOut">
              <a:rPr lang="en-IN" smtClean="0"/>
              <a:t>22-09-2025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1997132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8CABD6-5641-4AA5-BA2F-0AC0DE394416}" type="datetimeFigureOut">
              <a:rPr lang="en-IN" smtClean="0"/>
              <a:t>22-09-2025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2453053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5D8CABD6-5641-4AA5-BA2F-0AC0DE394416}" type="datetimeFigureOut">
              <a:rPr lang="en-IN" smtClean="0"/>
              <a:t>22-09-2025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2522232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8CABD6-5641-4AA5-BA2F-0AC0DE394416}"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2805593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8CABD6-5641-4AA5-BA2F-0AC0DE394416}"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3851689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8CABD6-5641-4AA5-BA2F-0AC0DE394416}"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3783687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CABD6-5641-4AA5-BA2F-0AC0DE39441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46066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CABD6-5641-4AA5-BA2F-0AC0DE39441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24303755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CABD6-5641-4AA5-BA2F-0AC0DE39441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113032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CABD6-5641-4AA5-BA2F-0AC0DE39441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8086848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CABD6-5641-4AA5-BA2F-0AC0DE39441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8823816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8CABD6-5641-4AA5-BA2F-0AC0DE39441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5C1AF2-4654-47C1-8EA3-42A2E61F3B99}"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16808565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8CABD6-5641-4AA5-BA2F-0AC0DE39441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5C1AF2-4654-47C1-8EA3-42A2E61F3B99}" type="slidenum">
              <a:rPr lang="en-IN" smtClean="0"/>
              <a:t>‹#›</a:t>
            </a:fld>
            <a:endParaRPr lang="en-IN"/>
          </a:p>
        </p:txBody>
      </p:sp>
    </p:spTree>
    <p:extLst>
      <p:ext uri="{BB962C8B-B14F-4D97-AF65-F5344CB8AC3E}">
        <p14:creationId xmlns:p14="http://schemas.microsoft.com/office/powerpoint/2010/main" val="2681031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8CABD6-5641-4AA5-BA2F-0AC0DE394416}" type="datetimeFigureOut">
              <a:rPr lang="en-IN" smtClean="0"/>
              <a:t>22-09-2025</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C5C1AF2-4654-47C1-8EA3-42A2E61F3B99}" type="slidenum">
              <a:rPr lang="en-IN" smtClean="0"/>
              <a:t>‹#›</a:t>
            </a:fld>
            <a:endParaRPr lang="en-IN"/>
          </a:p>
        </p:txBody>
      </p:sp>
    </p:spTree>
    <p:extLst>
      <p:ext uri="{BB962C8B-B14F-4D97-AF65-F5344CB8AC3E}">
        <p14:creationId xmlns:p14="http://schemas.microsoft.com/office/powerpoint/2010/main" val="24735908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C264D-52A0-E46D-1F99-D1DE0999998F}"/>
              </a:ext>
            </a:extLst>
          </p:cNvPr>
          <p:cNvSpPr>
            <a:spLocks noGrp="1"/>
          </p:cNvSpPr>
          <p:nvPr>
            <p:ph type="ctrTitle"/>
          </p:nvPr>
        </p:nvSpPr>
        <p:spPr/>
        <p:txBody>
          <a:bodyPr/>
          <a:lstStyle/>
          <a:p>
            <a:r>
              <a:rPr lang="it-IT" dirty="0"/>
              <a:t>AI-AgroBot Universal AI-based Agricultural Assistant</a:t>
            </a:r>
            <a:endParaRPr lang="en-IN" dirty="0"/>
          </a:p>
        </p:txBody>
      </p:sp>
    </p:spTree>
    <p:extLst>
      <p:ext uri="{BB962C8B-B14F-4D97-AF65-F5344CB8AC3E}">
        <p14:creationId xmlns:p14="http://schemas.microsoft.com/office/powerpoint/2010/main" val="4281769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6F374-A6ED-5160-2201-AA847FC80320}"/>
              </a:ext>
            </a:extLst>
          </p:cNvPr>
          <p:cNvSpPr>
            <a:spLocks noGrp="1"/>
          </p:cNvSpPr>
          <p:nvPr>
            <p:ph type="title"/>
          </p:nvPr>
        </p:nvSpPr>
        <p:spPr/>
        <p:txBody>
          <a:bodyPr/>
          <a:lstStyle/>
          <a:p>
            <a:r>
              <a:rPr lang="en-GB" dirty="0"/>
              <a:t>Project Statement:</a:t>
            </a:r>
            <a:endParaRPr lang="en-IN" dirty="0"/>
          </a:p>
        </p:txBody>
      </p:sp>
      <p:sp>
        <p:nvSpPr>
          <p:cNvPr id="3" name="Content Placeholder 2">
            <a:extLst>
              <a:ext uri="{FF2B5EF4-FFF2-40B4-BE49-F238E27FC236}">
                <a16:creationId xmlns:a16="http://schemas.microsoft.com/office/drawing/2014/main" id="{79DE7578-DF55-AB0D-23FB-D594B855B5D3}"/>
              </a:ext>
            </a:extLst>
          </p:cNvPr>
          <p:cNvSpPr>
            <a:spLocks noGrp="1"/>
          </p:cNvSpPr>
          <p:nvPr>
            <p:ph idx="1"/>
          </p:nvPr>
        </p:nvSpPr>
        <p:spPr/>
        <p:txBody>
          <a:bodyPr/>
          <a:lstStyle/>
          <a:p>
            <a:pPr marL="0" indent="0" algn="just">
              <a:buNone/>
            </a:pPr>
            <a:r>
              <a:rPr lang="en-GB" dirty="0"/>
              <a:t>Globally, farmers face challenges in accessing timely and accurate information regarding crop management, pest control, and optimal agricultural practices. This information gap often leads to suboptimal yields, increased costs, and environmental concerns due to inappropriate use of resources. Many existing solutions are language-specific or require advanced digital literacy. This project aims to bridge this gap by providing an accessible, multi-language AI chatbot that offers instant, reliable agricultural advice. The application will empower farmers with knowledge, helping them make informed decisions to improve productivity and sustainability.</a:t>
            </a:r>
            <a:endParaRPr lang="en-IN" dirty="0"/>
          </a:p>
        </p:txBody>
      </p:sp>
    </p:spTree>
    <p:extLst>
      <p:ext uri="{BB962C8B-B14F-4D97-AF65-F5344CB8AC3E}">
        <p14:creationId xmlns:p14="http://schemas.microsoft.com/office/powerpoint/2010/main" val="2752319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B10FF-AEBB-49B5-F2C0-D9E5D65C8EC3}"/>
              </a:ext>
            </a:extLst>
          </p:cNvPr>
          <p:cNvSpPr>
            <a:spLocks noGrp="1"/>
          </p:cNvSpPr>
          <p:nvPr>
            <p:ph type="title"/>
          </p:nvPr>
        </p:nvSpPr>
        <p:spPr/>
        <p:txBody>
          <a:bodyPr/>
          <a:lstStyle/>
          <a:p>
            <a:r>
              <a:rPr lang="en-GB" dirty="0"/>
              <a:t>3. Outcomes</a:t>
            </a:r>
            <a:endParaRPr lang="en-IN" dirty="0"/>
          </a:p>
        </p:txBody>
      </p:sp>
      <p:sp>
        <p:nvSpPr>
          <p:cNvPr id="3" name="Content Placeholder 2">
            <a:extLst>
              <a:ext uri="{FF2B5EF4-FFF2-40B4-BE49-F238E27FC236}">
                <a16:creationId xmlns:a16="http://schemas.microsoft.com/office/drawing/2014/main" id="{E7C29A99-FED6-6ACC-75BD-25BBD59BCC3F}"/>
              </a:ext>
            </a:extLst>
          </p:cNvPr>
          <p:cNvSpPr>
            <a:spLocks noGrp="1"/>
          </p:cNvSpPr>
          <p:nvPr>
            <p:ph idx="1"/>
          </p:nvPr>
        </p:nvSpPr>
        <p:spPr/>
        <p:txBody>
          <a:bodyPr>
            <a:normAutofit/>
          </a:bodyPr>
          <a:lstStyle/>
          <a:p>
            <a:pPr marL="0" indent="0">
              <a:buNone/>
            </a:pPr>
            <a:r>
              <a:rPr lang="en-GB" dirty="0"/>
              <a:t>• Accessible agricultural advice available in multiple languages (starting with English and Hindi). </a:t>
            </a:r>
          </a:p>
          <a:p>
            <a:pPr marL="0" indent="0">
              <a:buNone/>
            </a:pPr>
            <a:r>
              <a:rPr lang="en-GB" dirty="0"/>
              <a:t>• Accurate and context-aware responses to farmer queries on topics like crop diseases, pest identification,     </a:t>
            </a:r>
          </a:p>
          <a:p>
            <a:pPr marL="0" indent="0">
              <a:buNone/>
            </a:pPr>
            <a:r>
              <a:rPr lang="en-GB" dirty="0"/>
              <a:t>   fertilizer use, and general farming practices. </a:t>
            </a:r>
          </a:p>
          <a:p>
            <a:pPr marL="0" indent="0">
              <a:buNone/>
            </a:pPr>
            <a:r>
              <a:rPr lang="en-GB" dirty="0"/>
              <a:t>• Reduced information asymmetry for farmers, leading to better decision-making. </a:t>
            </a:r>
          </a:p>
          <a:p>
            <a:pPr marL="0" indent="0">
              <a:buNone/>
            </a:pPr>
            <a:r>
              <a:rPr lang="en-GB" dirty="0"/>
              <a:t>• Scalable knowledge base architecture for easy expansion to more crops, regions, and languages.</a:t>
            </a:r>
          </a:p>
          <a:p>
            <a:pPr marL="0" indent="0">
              <a:buNone/>
            </a:pPr>
            <a:r>
              <a:rPr lang="en-GB" dirty="0"/>
              <a:t>• Secure user management for personalized interaction and feedback.</a:t>
            </a:r>
            <a:endParaRPr lang="en-IN" dirty="0"/>
          </a:p>
        </p:txBody>
      </p:sp>
    </p:spTree>
    <p:extLst>
      <p:ext uri="{BB962C8B-B14F-4D97-AF65-F5344CB8AC3E}">
        <p14:creationId xmlns:p14="http://schemas.microsoft.com/office/powerpoint/2010/main" val="2640077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B3C4B-A2E5-ED8C-BFE2-35A013369120}"/>
              </a:ext>
            </a:extLst>
          </p:cNvPr>
          <p:cNvSpPr>
            <a:spLocks noGrp="1"/>
          </p:cNvSpPr>
          <p:nvPr>
            <p:ph type="title"/>
          </p:nvPr>
        </p:nvSpPr>
        <p:spPr/>
        <p:txBody>
          <a:bodyPr/>
          <a:lstStyle/>
          <a:p>
            <a:r>
              <a:rPr lang="en-IN" dirty="0"/>
              <a:t>4. Modules to be implemented:</a:t>
            </a:r>
          </a:p>
        </p:txBody>
      </p:sp>
      <p:sp>
        <p:nvSpPr>
          <p:cNvPr id="3" name="Content Placeholder 2">
            <a:extLst>
              <a:ext uri="{FF2B5EF4-FFF2-40B4-BE49-F238E27FC236}">
                <a16:creationId xmlns:a16="http://schemas.microsoft.com/office/drawing/2014/main" id="{2582E230-7592-C1C1-39A4-574A167334CE}"/>
              </a:ext>
            </a:extLst>
          </p:cNvPr>
          <p:cNvSpPr>
            <a:spLocks noGrp="1"/>
          </p:cNvSpPr>
          <p:nvPr>
            <p:ph idx="1"/>
          </p:nvPr>
        </p:nvSpPr>
        <p:spPr>
          <a:xfrm>
            <a:off x="838200" y="1883991"/>
            <a:ext cx="10515600" cy="4351338"/>
          </a:xfrm>
        </p:spPr>
        <p:txBody>
          <a:bodyPr>
            <a:normAutofit/>
          </a:bodyPr>
          <a:lstStyle/>
          <a:p>
            <a:pPr marL="0" indent="0">
              <a:buNone/>
            </a:pPr>
            <a:r>
              <a:rPr lang="en-IN" dirty="0"/>
              <a:t>User Authentication and Profile Management:</a:t>
            </a:r>
          </a:p>
          <a:p>
            <a:pPr marL="0" indent="0">
              <a:buNone/>
            </a:pPr>
            <a:endParaRPr lang="en-IN" dirty="0"/>
          </a:p>
          <a:p>
            <a:pPr marL="0" indent="0">
              <a:buNone/>
            </a:pPr>
            <a:r>
              <a:rPr lang="en-IN" dirty="0"/>
              <a:t>1 1. User registration, login (standard email/password, with potential for future social logins). </a:t>
            </a:r>
          </a:p>
          <a:p>
            <a:pPr marL="0" indent="0">
              <a:buNone/>
            </a:pPr>
            <a:r>
              <a:rPr lang="en-IN" dirty="0"/>
              <a:t>2 2. Role-based authentication (farmer/admin). </a:t>
            </a:r>
          </a:p>
          <a:p>
            <a:pPr marL="0" indent="0">
              <a:buNone/>
            </a:pPr>
            <a:r>
              <a:rPr lang="en-IN" dirty="0"/>
              <a:t>3 3. User profile for basic agricultural context (e.g., primary crops grown, region, preferred language).</a:t>
            </a:r>
          </a:p>
        </p:txBody>
      </p:sp>
    </p:spTree>
    <p:extLst>
      <p:ext uri="{BB962C8B-B14F-4D97-AF65-F5344CB8AC3E}">
        <p14:creationId xmlns:p14="http://schemas.microsoft.com/office/powerpoint/2010/main" val="2499806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5D2D1-A400-4E72-B0F7-24DB292D84D3}"/>
              </a:ext>
            </a:extLst>
          </p:cNvPr>
          <p:cNvSpPr>
            <a:spLocks noGrp="1"/>
          </p:cNvSpPr>
          <p:nvPr>
            <p:ph type="title"/>
          </p:nvPr>
        </p:nvSpPr>
        <p:spPr/>
        <p:txBody>
          <a:bodyPr/>
          <a:lstStyle/>
          <a:p>
            <a:r>
              <a:rPr lang="en-IN" dirty="0"/>
              <a:t>4 Modules to be implemented:</a:t>
            </a:r>
          </a:p>
        </p:txBody>
      </p:sp>
      <p:sp>
        <p:nvSpPr>
          <p:cNvPr id="3" name="Content Placeholder 2">
            <a:extLst>
              <a:ext uri="{FF2B5EF4-FFF2-40B4-BE49-F238E27FC236}">
                <a16:creationId xmlns:a16="http://schemas.microsoft.com/office/drawing/2014/main" id="{E6F7E83B-A8D7-1C35-42D4-755975E967E3}"/>
              </a:ext>
            </a:extLst>
          </p:cNvPr>
          <p:cNvSpPr>
            <a:spLocks noGrp="1"/>
          </p:cNvSpPr>
          <p:nvPr>
            <p:ph idx="1"/>
          </p:nvPr>
        </p:nvSpPr>
        <p:spPr/>
        <p:txBody>
          <a:bodyPr/>
          <a:lstStyle/>
          <a:p>
            <a:pPr marL="0" indent="0">
              <a:buNone/>
            </a:pPr>
            <a:r>
              <a:rPr lang="en-IN" dirty="0"/>
              <a:t>Conversational AI Core (Chatbot Engine): </a:t>
            </a:r>
          </a:p>
          <a:p>
            <a:pPr marL="514350" indent="-514350">
              <a:buAutoNum type="arabicPeriod"/>
            </a:pPr>
            <a:r>
              <a:rPr lang="en-IN" dirty="0"/>
              <a:t>Natural Language Understanding (NLU) to interpret farmer queries. </a:t>
            </a:r>
          </a:p>
          <a:p>
            <a:pPr marL="514350" indent="-514350">
              <a:buAutoNum type="arabicPeriod"/>
            </a:pPr>
            <a:r>
              <a:rPr lang="en-IN" dirty="0"/>
              <a:t>Dialogue Management to maintain conversation flow and context.</a:t>
            </a:r>
          </a:p>
          <a:p>
            <a:pPr marL="514350" indent="-514350">
              <a:buAutoNum type="arabicPeriod"/>
            </a:pPr>
            <a:r>
              <a:rPr lang="en-IN" dirty="0"/>
              <a:t>Natural Language Generation (NLG) for providing accurate and helpful responses. 4. Multi-language support for input and output.</a:t>
            </a:r>
          </a:p>
        </p:txBody>
      </p:sp>
    </p:spTree>
    <p:extLst>
      <p:ext uri="{BB962C8B-B14F-4D97-AF65-F5344CB8AC3E}">
        <p14:creationId xmlns:p14="http://schemas.microsoft.com/office/powerpoint/2010/main" val="1479885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49860-CD63-5ECE-19A5-7D6F6F0B21C5}"/>
              </a:ext>
            </a:extLst>
          </p:cNvPr>
          <p:cNvSpPr>
            <a:spLocks noGrp="1"/>
          </p:cNvSpPr>
          <p:nvPr>
            <p:ph type="title"/>
          </p:nvPr>
        </p:nvSpPr>
        <p:spPr/>
        <p:txBody>
          <a:bodyPr/>
          <a:lstStyle/>
          <a:p>
            <a:r>
              <a:rPr lang="en-GB" dirty="0"/>
              <a:t>4. </a:t>
            </a:r>
            <a:r>
              <a:rPr lang="en-IN" dirty="0"/>
              <a:t> Modules to be implemented:</a:t>
            </a:r>
          </a:p>
        </p:txBody>
      </p:sp>
      <p:sp>
        <p:nvSpPr>
          <p:cNvPr id="3" name="Content Placeholder 2">
            <a:extLst>
              <a:ext uri="{FF2B5EF4-FFF2-40B4-BE49-F238E27FC236}">
                <a16:creationId xmlns:a16="http://schemas.microsoft.com/office/drawing/2014/main" id="{790CBC2B-D346-79CE-7A69-C98EDB7C8DA5}"/>
              </a:ext>
            </a:extLst>
          </p:cNvPr>
          <p:cNvSpPr>
            <a:spLocks noGrp="1"/>
          </p:cNvSpPr>
          <p:nvPr>
            <p:ph idx="1"/>
          </p:nvPr>
        </p:nvSpPr>
        <p:spPr/>
        <p:txBody>
          <a:bodyPr/>
          <a:lstStyle/>
          <a:p>
            <a:r>
              <a:rPr lang="en-IN" dirty="0"/>
              <a:t>Agricultural Knowledge Base Module: </a:t>
            </a:r>
          </a:p>
          <a:p>
            <a:pPr marL="0" indent="0">
              <a:buNone/>
            </a:pPr>
            <a:r>
              <a:rPr lang="en-IN" dirty="0"/>
              <a:t>1. Systematic storage and retrieval of agricultural data (crop information, pest details, disease symptoms, treatment options, fertilizer guidelines). </a:t>
            </a:r>
          </a:p>
          <a:p>
            <a:pPr marL="0" indent="0">
              <a:buNone/>
            </a:pPr>
            <a:r>
              <a:rPr lang="en-IN" dirty="0"/>
              <a:t>2. Integration with open-source data sources or simulated data for weather/market prices.</a:t>
            </a:r>
          </a:p>
        </p:txBody>
      </p:sp>
    </p:spTree>
    <p:extLst>
      <p:ext uri="{BB962C8B-B14F-4D97-AF65-F5344CB8AC3E}">
        <p14:creationId xmlns:p14="http://schemas.microsoft.com/office/powerpoint/2010/main" val="1954957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71149-5CDD-3558-8CEE-106356BFE1BA}"/>
              </a:ext>
            </a:extLst>
          </p:cNvPr>
          <p:cNvSpPr>
            <a:spLocks noGrp="1"/>
          </p:cNvSpPr>
          <p:nvPr>
            <p:ph type="title"/>
          </p:nvPr>
        </p:nvSpPr>
        <p:spPr/>
        <p:txBody>
          <a:bodyPr/>
          <a:lstStyle/>
          <a:p>
            <a:r>
              <a:rPr lang="en-GB" dirty="0"/>
              <a:t>4. </a:t>
            </a:r>
            <a:r>
              <a:rPr lang="en-IN" dirty="0"/>
              <a:t> Modules to be implemented:</a:t>
            </a:r>
          </a:p>
        </p:txBody>
      </p:sp>
      <p:sp>
        <p:nvSpPr>
          <p:cNvPr id="3" name="Content Placeholder 2">
            <a:extLst>
              <a:ext uri="{FF2B5EF4-FFF2-40B4-BE49-F238E27FC236}">
                <a16:creationId xmlns:a16="http://schemas.microsoft.com/office/drawing/2014/main" id="{2088E790-D2CC-682D-5DF5-494F1DC4E31D}"/>
              </a:ext>
            </a:extLst>
          </p:cNvPr>
          <p:cNvSpPr>
            <a:spLocks noGrp="1"/>
          </p:cNvSpPr>
          <p:nvPr>
            <p:ph idx="1"/>
          </p:nvPr>
        </p:nvSpPr>
        <p:spPr/>
        <p:txBody>
          <a:bodyPr/>
          <a:lstStyle/>
          <a:p>
            <a:pPr marL="0" indent="0">
              <a:buNone/>
            </a:pPr>
            <a:r>
              <a:rPr lang="en-GB" dirty="0"/>
              <a:t>Admin Dashboard &amp; Content Management: </a:t>
            </a:r>
          </a:p>
          <a:p>
            <a:pPr marL="0" indent="0">
              <a:buNone/>
            </a:pPr>
            <a:r>
              <a:rPr lang="en-GB" dirty="0"/>
              <a:t>1. Admin interface for managing the agricultural knowledge base (adding/editing facts). </a:t>
            </a:r>
          </a:p>
          <a:p>
            <a:pPr marL="0" indent="0">
              <a:buNone/>
            </a:pPr>
            <a:r>
              <a:rPr lang="en-GB" dirty="0"/>
              <a:t>2. Reviewing user interactions and identifying areas for chatbot improvement. </a:t>
            </a:r>
          </a:p>
          <a:p>
            <a:pPr marL="0" indent="0">
              <a:buNone/>
            </a:pPr>
            <a:r>
              <a:rPr lang="en-GB" dirty="0"/>
              <a:t>3. User management and monitoring. </a:t>
            </a:r>
            <a:endParaRPr lang="en-IN" dirty="0"/>
          </a:p>
        </p:txBody>
      </p:sp>
    </p:spTree>
    <p:extLst>
      <p:ext uri="{BB962C8B-B14F-4D97-AF65-F5344CB8AC3E}">
        <p14:creationId xmlns:p14="http://schemas.microsoft.com/office/powerpoint/2010/main" val="19609653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6</TotalTime>
  <Words>411</Words>
  <Application>Microsoft Office PowerPoint</Application>
  <PresentationFormat>Widescreen</PresentationFormat>
  <Paragraphs>30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Celestial</vt:lpstr>
      <vt:lpstr>AI-AgroBot Universal AI-based Agricultural Assistant</vt:lpstr>
      <vt:lpstr>Project Statement:</vt:lpstr>
      <vt:lpstr>3. Outcomes</vt:lpstr>
      <vt:lpstr>4. Modules to be implemented:</vt:lpstr>
      <vt:lpstr>4 Modules to be implemented:</vt:lpstr>
      <vt:lpstr>4.  Modules to be implemented:</vt:lpstr>
      <vt:lpstr>4.  Modules to be implemented: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VIGNESH-HOME</dc:creator>
  <cp:lastModifiedBy>VIGNESH-HOME</cp:lastModifiedBy>
  <cp:revision>16</cp:revision>
  <dcterms:created xsi:type="dcterms:W3CDTF">2025-09-22T09:01:35Z</dcterms:created>
  <dcterms:modified xsi:type="dcterms:W3CDTF">2025-09-22T09:08:31Z</dcterms:modified>
</cp:coreProperties>
</file>