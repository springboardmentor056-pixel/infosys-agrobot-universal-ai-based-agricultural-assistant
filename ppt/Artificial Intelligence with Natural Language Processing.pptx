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76850EC0-DC66-454B-B21F-663B520DCA7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0A7E4534-EC02-4566-A4AB-C4FC3FD7A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146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0EC0-DC66-454B-B21F-663B520DCA7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E4534-EC02-4566-A4AB-C4FC3FD7A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4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0EC0-DC66-454B-B21F-663B520DCA7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E4534-EC02-4566-A4AB-C4FC3FD7A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657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0EC0-DC66-454B-B21F-663B520DCA7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E4534-EC02-4566-A4AB-C4FC3FD7A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600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0EC0-DC66-454B-B21F-663B520DCA7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E4534-EC02-4566-A4AB-C4FC3FD7A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547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0EC0-DC66-454B-B21F-663B520DCA7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E4534-EC02-4566-A4AB-C4FC3FD7A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372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0EC0-DC66-454B-B21F-663B520DCA7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E4534-EC02-4566-A4AB-C4FC3FD7A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694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0EC0-DC66-454B-B21F-663B520DCA7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E4534-EC02-4566-A4AB-C4FC3FD7A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185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0EC0-DC66-454B-B21F-663B520DCA7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E4534-EC02-4566-A4AB-C4FC3FD7A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705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0EC0-DC66-454B-B21F-663B520DCA7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E4534-EC02-4566-A4AB-C4FC3FD7A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981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0EC0-DC66-454B-B21F-663B520DCA7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E4534-EC02-4566-A4AB-C4FC3FD7A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941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0EC0-DC66-454B-B21F-663B520DCA7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E4534-EC02-4566-A4AB-C4FC3FD7A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276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0EC0-DC66-454B-B21F-663B520DCA7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E4534-EC02-4566-A4AB-C4FC3FD7A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3272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0EC0-DC66-454B-B21F-663B520DCA7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E4534-EC02-4566-A4AB-C4FC3FD7A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002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0EC0-DC66-454B-B21F-663B520DCA7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E4534-EC02-4566-A4AB-C4FC3FD7A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507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0EC0-DC66-454B-B21F-663B520DCA7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E4534-EC02-4566-A4AB-C4FC3FD7A6F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884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0EC0-DC66-454B-B21F-663B520DCA7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E4534-EC02-4566-A4AB-C4FC3FD7A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854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6850EC0-DC66-454B-B21F-663B520DCA7E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A7E4534-EC02-4566-A4AB-C4FC3FD7A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9936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AFF74-51E4-4D17-9A9C-99FC16683D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Artificial Intelligence with Natural Language Processing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562C998-32E9-0D65-B869-9303040CFC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By </a:t>
            </a:r>
          </a:p>
          <a:p>
            <a:r>
              <a:rPr lang="en-GB" dirty="0" err="1"/>
              <a:t>V.Manjuladevi</a:t>
            </a:r>
            <a:endParaRPr lang="en-GB" dirty="0"/>
          </a:p>
          <a:p>
            <a:r>
              <a:rPr lang="en-IN" dirty="0"/>
              <a:t>Mentor- Infosys Trinee</a:t>
            </a:r>
          </a:p>
        </p:txBody>
      </p:sp>
    </p:spTree>
    <p:extLst>
      <p:ext uri="{BB962C8B-B14F-4D97-AF65-F5344CB8AC3E}">
        <p14:creationId xmlns:p14="http://schemas.microsoft.com/office/powerpoint/2010/main" val="2451272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EA657B2-99E8-EB73-20F5-7AC1B3FD93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5022" y="852460"/>
            <a:ext cx="10867654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 the topic of AI and NLP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AI?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GB" sz="2400" b="1" dirty="0"/>
              <a:t>AI (Artificial Intelligence)</a:t>
            </a:r>
            <a:r>
              <a:rPr lang="en-GB" sz="2400" dirty="0"/>
              <a:t> is the </a:t>
            </a:r>
            <a:r>
              <a:rPr lang="en-GB" sz="2400" b="1" dirty="0"/>
              <a:t>simulation of human intelligence by machines</a:t>
            </a:r>
            <a:r>
              <a:rPr lang="en-GB" sz="2400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GB" sz="2400" dirty="0"/>
              <a:t>— </a:t>
            </a:r>
            <a:r>
              <a:rPr lang="en-GB" sz="2800" dirty="0"/>
              <a:t>especially computer </a:t>
            </a:r>
            <a:r>
              <a:rPr lang="en-GB" sz="2800" dirty="0" err="1"/>
              <a:t>systems.It</a:t>
            </a:r>
            <a:r>
              <a:rPr lang="en-GB" sz="2800" dirty="0"/>
              <a:t> enables computers and software to </a:t>
            </a:r>
            <a:r>
              <a:rPr lang="en-GB" sz="2800" b="1" dirty="0"/>
              <a:t>think, learn, and make decisions</a:t>
            </a:r>
            <a:r>
              <a:rPr lang="en-GB" sz="2800" dirty="0"/>
              <a:t> like humans.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wha</a:t>
            </a:r>
            <a:r>
              <a:rPr lang="en-US" altLang="en-US" sz="2800" dirty="0">
                <a:latin typeface="Arial" panose="020B0604020202020204" pitchFamily="34" charset="0"/>
              </a:rPr>
              <a:t>t is NLP?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GB" sz="2800" b="1" dirty="0"/>
              <a:t>NLP (Natural Language Processing)</a:t>
            </a:r>
            <a:r>
              <a:rPr lang="en-GB" sz="2800" dirty="0"/>
              <a:t> is a branch of </a:t>
            </a:r>
            <a:r>
              <a:rPr lang="en-GB" sz="2800" b="1" dirty="0"/>
              <a:t>Artificial Intelligence (AI)</a:t>
            </a:r>
            <a:r>
              <a:rPr lang="en-GB" sz="2800" dirty="0"/>
              <a:t> that focuses on enabling computers to </a:t>
            </a:r>
            <a:r>
              <a:rPr lang="en-GB" sz="2800" b="1" dirty="0"/>
              <a:t>understand, interpret, and generate human language</a:t>
            </a:r>
            <a:r>
              <a:rPr lang="en-GB" sz="2800" dirty="0"/>
              <a:t> in a meaningful way.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4037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821CA-0819-FF77-5DEE-9D0C0E020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Introduction to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Explanation:</a:t>
            </a:r>
            <a:r>
              <a:rPr lang="en-GB" dirty="0"/>
              <a:t> the capability of machines to perform tasks that typically require human intelligence.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History:</a:t>
            </a:r>
            <a:r>
              <a:rPr lang="en-GB" dirty="0"/>
              <a:t> From rule-based systems to modern deep learning.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Types: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Narrow AI: Task-specific (e.g., recommendation systems)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General AI: Human-like intelligence (still theoretical)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Super AI: Superior to humans (future concept)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7390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1EDDDA-65E1-0662-907E-3727F99C01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7020" y="759162"/>
            <a:ext cx="9954545" cy="559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75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B67EA-8E48-E62B-D062-13CFF5298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Introduction to NLP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Explanation:</a:t>
            </a:r>
            <a:r>
              <a:rPr lang="en-GB" dirty="0"/>
              <a:t> NLP is a branch of AI that focuses on understanding, interpreting, and generating human language.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Importance:</a:t>
            </a:r>
            <a:r>
              <a:rPr lang="en-GB" dirty="0"/>
              <a:t> Enables chatbots, voice assistants, translation systems, and sentiment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Example:</a:t>
            </a:r>
            <a:r>
              <a:rPr lang="en-GB" dirty="0"/>
              <a:t> “ChatGPT can generate human-like text and answer questions.”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1598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2A4056-2BAD-DB8E-C5E4-40E8BC36A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4776" y="645360"/>
            <a:ext cx="7783742" cy="556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407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2E3F1B-0F78-4BC4-2ACD-94BF0BF4B4FD}"/>
              </a:ext>
            </a:extLst>
          </p:cNvPr>
          <p:cNvSpPr txBox="1"/>
          <p:nvPr/>
        </p:nvSpPr>
        <p:spPr>
          <a:xfrm>
            <a:off x="753256" y="1296729"/>
            <a:ext cx="1077418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Applications of NLP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Text Analysis:</a:t>
            </a:r>
            <a:r>
              <a:rPr lang="en-IN" sz="2800" dirty="0"/>
              <a:t> Sentiment analysis on social media or reviews.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Machine Translation:</a:t>
            </a:r>
            <a:r>
              <a:rPr lang="en-IN" sz="2800" dirty="0"/>
              <a:t> Google Translate, </a:t>
            </a:r>
            <a:r>
              <a:rPr lang="en-IN" sz="2800" dirty="0" err="1"/>
              <a:t>DeepL</a:t>
            </a:r>
            <a:r>
              <a:rPr lang="en-IN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Speech Recognition:</a:t>
            </a:r>
            <a:r>
              <a:rPr lang="en-IN" sz="2800" dirty="0"/>
              <a:t> Siri, Alexa, Google Assistant.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Chatbots &amp; Virtual Assistants:</a:t>
            </a:r>
            <a:r>
              <a:rPr lang="en-IN" sz="2800" dirty="0"/>
              <a:t> Customer service, virtual help.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Information Retrieval:</a:t>
            </a:r>
            <a:r>
              <a:rPr lang="en-IN" sz="2800" dirty="0"/>
              <a:t> Search engines like Google.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Visual:</a:t>
            </a:r>
            <a:r>
              <a:rPr lang="en-IN" sz="2800" dirty="0"/>
              <a:t> Use icons or diagrams for each category to make it intuitive.</a:t>
            </a:r>
          </a:p>
        </p:txBody>
      </p:sp>
    </p:spTree>
    <p:extLst>
      <p:ext uri="{BB962C8B-B14F-4D97-AF65-F5344CB8AC3E}">
        <p14:creationId xmlns:p14="http://schemas.microsoft.com/office/powerpoint/2010/main" val="1077365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A9433-BC4D-6339-107D-9933A1DAF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Applications of NLP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Text Analysis:</a:t>
            </a:r>
            <a:r>
              <a:rPr lang="en-IN" dirty="0"/>
              <a:t> Sentiment analysis on social media or reviews.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Machine Translation:</a:t>
            </a:r>
            <a:r>
              <a:rPr lang="en-IN" dirty="0"/>
              <a:t> Google Translate, </a:t>
            </a:r>
            <a:r>
              <a:rPr lang="en-IN" dirty="0" err="1"/>
              <a:t>DeepL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Speech Recognition:</a:t>
            </a:r>
            <a:r>
              <a:rPr lang="en-IN" dirty="0"/>
              <a:t> Siri, Alexa, Google Assistant.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Chatbots &amp; Virtual Assistants:</a:t>
            </a:r>
            <a:r>
              <a:rPr lang="en-IN" dirty="0"/>
              <a:t> Customer service, virtual help.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Information Retrieval:</a:t>
            </a:r>
            <a:r>
              <a:rPr lang="en-IN" dirty="0"/>
              <a:t> Search engines like Google.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Visual:</a:t>
            </a:r>
            <a:r>
              <a:rPr lang="en-IN" dirty="0"/>
              <a:t> Use icons or diagrams for each category to make it intuitive.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2855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op 8 Applications of Natural Language Processing (NLP) - Eastgate Software">
            <a:extLst>
              <a:ext uri="{FF2B5EF4-FFF2-40B4-BE49-F238E27FC236}">
                <a16:creationId xmlns:a16="http://schemas.microsoft.com/office/drawing/2014/main" id="{79022DCE-9EE9-F9A5-3086-82F8AE610C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929" y="796638"/>
            <a:ext cx="10096201" cy="5679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7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176040-DD38-2CA8-FCE9-DF69DA7B88EB}"/>
              </a:ext>
            </a:extLst>
          </p:cNvPr>
          <p:cNvSpPr txBox="1"/>
          <p:nvPr/>
        </p:nvSpPr>
        <p:spPr>
          <a:xfrm>
            <a:off x="1562724" y="540044"/>
            <a:ext cx="870553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Key Components of NLP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/>
              <a:t>Tokenization:</a:t>
            </a:r>
            <a:r>
              <a:rPr lang="en-IN" sz="3200" dirty="0"/>
              <a:t> Splitting text into words or sentences.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/>
              <a:t>POS Tagging:</a:t>
            </a:r>
            <a:r>
              <a:rPr lang="en-IN" sz="3200" dirty="0"/>
              <a:t> Identifying parts of speech (noun, verb, adjective).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/>
              <a:t>Named Entity Recognition (NER):</a:t>
            </a:r>
            <a:r>
              <a:rPr lang="en-IN" sz="3200" dirty="0"/>
              <a:t> Detecting names, dates, and locations.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/>
              <a:t>Syntax &amp; Parsing:</a:t>
            </a:r>
            <a:r>
              <a:rPr lang="en-IN" sz="3200" dirty="0"/>
              <a:t> Understanding sentence structure.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/>
              <a:t>Semantics:</a:t>
            </a:r>
            <a:r>
              <a:rPr lang="en-IN" sz="3200" dirty="0"/>
              <a:t> Understanding the meaning of text.</a:t>
            </a:r>
          </a:p>
        </p:txBody>
      </p:sp>
    </p:spTree>
    <p:extLst>
      <p:ext uri="{BB962C8B-B14F-4D97-AF65-F5344CB8AC3E}">
        <p14:creationId xmlns:p14="http://schemas.microsoft.com/office/powerpoint/2010/main" val="564265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Understanding the NLP Pipeline: A Comprehensive Guide | by Asjad Ali |  Medium">
            <a:extLst>
              <a:ext uri="{FF2B5EF4-FFF2-40B4-BE49-F238E27FC236}">
                <a16:creationId xmlns:a16="http://schemas.microsoft.com/office/drawing/2014/main" id="{19C6939E-08C2-1850-D2E2-1809AE414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4872"/>
            <a:ext cx="9144000" cy="6011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2336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4F0A7B-FC3A-49CE-5C6C-0E71AFB0424B}"/>
              </a:ext>
            </a:extLst>
          </p:cNvPr>
          <p:cNvSpPr txBox="1"/>
          <p:nvPr/>
        </p:nvSpPr>
        <p:spPr>
          <a:xfrm>
            <a:off x="1367852" y="1285328"/>
            <a:ext cx="920021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NLP Techniques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Rule-Based Methods:</a:t>
            </a:r>
            <a:r>
              <a:rPr lang="en-IN" sz="2800" dirty="0"/>
              <a:t> Grammar rules and dictionaries (early NLP systems).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Statistical Methods:</a:t>
            </a:r>
            <a:r>
              <a:rPr lang="en-IN" sz="2800" dirty="0"/>
              <a:t> N-grams, probabilistic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Machine Learning:</a:t>
            </a:r>
            <a:r>
              <a:rPr lang="en-IN" sz="2800" dirty="0"/>
              <a:t> Supervised and unsupervised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Deep Learning:</a:t>
            </a:r>
            <a:r>
              <a:rPr lang="en-IN" sz="2800" dirty="0"/>
              <a:t> RNNs, LSTMs, Transformers (BERT, GPT).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Visual:</a:t>
            </a:r>
            <a:r>
              <a:rPr lang="en-IN" sz="2800" dirty="0"/>
              <a:t> Timeline showing evolution of NLP techniques.</a:t>
            </a:r>
          </a:p>
        </p:txBody>
      </p:sp>
    </p:spTree>
    <p:extLst>
      <p:ext uri="{BB962C8B-B14F-4D97-AF65-F5344CB8AC3E}">
        <p14:creationId xmlns:p14="http://schemas.microsoft.com/office/powerpoint/2010/main" val="3591080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7CFED1-707A-EAD8-23E0-122E911D9FEC}"/>
              </a:ext>
            </a:extLst>
          </p:cNvPr>
          <p:cNvSpPr txBox="1"/>
          <p:nvPr/>
        </p:nvSpPr>
        <p:spPr>
          <a:xfrm>
            <a:off x="1142999" y="1090455"/>
            <a:ext cx="991974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Challenges in NLP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Ambiguity:</a:t>
            </a:r>
            <a:r>
              <a:rPr lang="en-IN" sz="2800" dirty="0"/>
              <a:t> Words can have multiple meanings.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Sarcasm &amp; Idioms:</a:t>
            </a:r>
            <a:r>
              <a:rPr lang="en-IN" sz="2800" dirty="0"/>
              <a:t> Difficult for machines to interpret.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Multilingual Understanding:</a:t>
            </a:r>
            <a:r>
              <a:rPr lang="en-IN" sz="2800" dirty="0"/>
              <a:t> Handling different languages.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Context Retention:</a:t>
            </a:r>
            <a:r>
              <a:rPr lang="en-IN" sz="2800" dirty="0"/>
              <a:t> Maintaining meaning over long texts.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Data Privacy &amp; Bias:</a:t>
            </a:r>
            <a:r>
              <a:rPr lang="en-IN" sz="2800" dirty="0"/>
              <a:t> NLP systems can inherit biases from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1866581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D11613-2111-1899-15F5-547302EDFF5F}"/>
              </a:ext>
            </a:extLst>
          </p:cNvPr>
          <p:cNvSpPr txBox="1"/>
          <p:nvPr/>
        </p:nvSpPr>
        <p:spPr>
          <a:xfrm>
            <a:off x="438462" y="1255347"/>
            <a:ext cx="1020455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Future of NLP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Conversational AI:</a:t>
            </a:r>
            <a:r>
              <a:rPr lang="en-GB" sz="2800" dirty="0"/>
              <a:t> More natural chatbots and voice assistants.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Multilingual Translation:</a:t>
            </a:r>
            <a:r>
              <a:rPr lang="en-GB" sz="2800" dirty="0"/>
              <a:t> Real-time translation without errors.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AI-powered Content Creation:</a:t>
            </a:r>
            <a:r>
              <a:rPr lang="en-GB" sz="2800" dirty="0"/>
              <a:t> Articles, summaries, reports.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Emotion &amp; Sentiment Detection:</a:t>
            </a:r>
            <a:r>
              <a:rPr lang="en-GB" sz="2800" dirty="0"/>
              <a:t> Advanced analytics.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Integration with IoT &amp; Robotics:</a:t>
            </a:r>
            <a:r>
              <a:rPr lang="en-GB" sz="2800" dirty="0"/>
              <a:t> Smarter devices using language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736490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BB0196-7DB8-0F93-85A8-00B27DC1CE6B}"/>
              </a:ext>
            </a:extLst>
          </p:cNvPr>
          <p:cNvSpPr txBox="1"/>
          <p:nvPr/>
        </p:nvSpPr>
        <p:spPr>
          <a:xfrm>
            <a:off x="858186" y="1333885"/>
            <a:ext cx="954498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ChatGPT:</a:t>
            </a:r>
            <a:r>
              <a:rPr lang="en-GB" sz="2800" dirty="0"/>
              <a:t> Conversational AI capable of generating human-like 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Google Translate:</a:t>
            </a:r>
            <a:r>
              <a:rPr lang="en-GB" sz="2800" dirty="0"/>
              <a:t> Real-time translation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Grammarly:</a:t>
            </a:r>
            <a:r>
              <a:rPr lang="en-GB" sz="2800" dirty="0"/>
              <a:t> Writing assistant that corrects grammar and style.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/>
              <a:t>Amazon Alexa:</a:t>
            </a:r>
            <a:r>
              <a:rPr lang="en-GB" sz="2800" dirty="0"/>
              <a:t> Voice-based personal assistant.</a:t>
            </a:r>
          </a:p>
        </p:txBody>
      </p:sp>
    </p:spTree>
    <p:extLst>
      <p:ext uri="{BB962C8B-B14F-4D97-AF65-F5344CB8AC3E}">
        <p14:creationId xmlns:p14="http://schemas.microsoft.com/office/powerpoint/2010/main" val="3534157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EEEC7-EF7C-325D-E501-E789A2D0F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1874" y="4719782"/>
            <a:ext cx="3599871" cy="1456267"/>
          </a:xfrm>
        </p:spPr>
        <p:txBody>
          <a:bodyPr/>
          <a:lstStyle/>
          <a:p>
            <a:r>
              <a:rPr lang="en-GB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69439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43</TotalTime>
  <Words>585</Words>
  <Application>Microsoft Office PowerPoint</Application>
  <PresentationFormat>Widescreen</PresentationFormat>
  <Paragraphs>67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Celestial</vt:lpstr>
      <vt:lpstr>Artificial Intelligence with Natural Language 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VIGNESH-HOME</dc:creator>
  <cp:lastModifiedBy>VIGNESH-HOME</cp:lastModifiedBy>
  <cp:revision>14</cp:revision>
  <dcterms:created xsi:type="dcterms:W3CDTF">2025-09-29T12:45:08Z</dcterms:created>
  <dcterms:modified xsi:type="dcterms:W3CDTF">2025-09-29T13:28:18Z</dcterms:modified>
</cp:coreProperties>
</file>